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this line. This is the actual hard problem the whole system exists to solve, not diffing numbers, but figuring out why they 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here honestly, this is the one thing I would fix next, and naming it is more credible than pretending it is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930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E6F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AGENTIC DATA RECONCILIATION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09540"/>
            <a:ext cx="10883392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AF9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Observability</a:t>
            </a:r>
            <a:endParaRPr lang="en-US" sz="4800" dirty="0"/>
          </a:p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AF9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992860"/>
            <a:ext cx="78486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Telling apart "the numbers changed on purpose" from "the numbers changed because something broke."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8630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C85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 Dehaene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diff, two very different causes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593850"/>
            <a:ext cx="5168900" cy="33172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3E6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300" y="1905000"/>
            <a:ext cx="46829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3E6F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INTENDED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30300" y="2219920"/>
            <a:ext cx="468299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2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 added a business rule, exclude cancelled orders, and the numbers moved as a direct, expected consequence.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3950" y="1593850"/>
            <a:ext cx="5168900" cy="33172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5100" y="1905000"/>
            <a:ext cx="46829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C97A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BROKEN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15100" y="2219920"/>
            <a:ext cx="46829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2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load half-failed, an upstream feed changed shape, or a refactor had a side effect nobody intended.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5273080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raw reconciliation job flags both identically. Telling them apart is a reasoning task, this system spends an LLM call on only that second half.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22604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Observability Agent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fits together</a:t>
            </a:r>
            <a:endParaRPr lang="en-US" sz="3000" dirty="0"/>
          </a:p>
        </p:txBody>
      </p:sp>
      <p:pic>
        <p:nvPicPr>
          <p:cNvPr id="3" name="Image 0" descr="Architecture diagram: a scheduled trigger and a dbt PR trigger both feed a validation layer that queries a Postgres source and DuckDB target; a reasoning layer classifies discrepancies and dispatches Jira, Slack and Confluence actions; a reporting layer generates an HTML dashboard and a Power BI export; a model docs layer publishes structure and logic summaries to Confluence">    </p:cNvPr>
          <p:cNvPicPr>
            <a:picLocks noChangeAspect="1"/>
          </p:cNvPicPr>
          <p:nvPr/>
        </p:nvPicPr>
        <p:blipFill>
          <a:blip r:embed="rId1"/>
          <a:srcRect l="-41753" r="-41753" t="0" b="0"/>
          <a:stretch/>
        </p:blipFill>
        <p:spPr>
          <a:xfrm>
            <a:off x="1143000" y="1250950"/>
            <a:ext cx="9906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triggers, two jobs, never sharing a code path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17650"/>
          <a:ext cx="10553700" cy="2427486"/>
        </p:xfrm>
        <a:graphic>
          <a:graphicData uri="http://schemas.openxmlformats.org/drawingml/2006/table">
            <a:tbl>
              <a:tblPr/>
              <a:tblGrid>
                <a:gridCol w="2321814"/>
                <a:gridCol w="4115943"/>
                <a:gridCol w="4115943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 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Data-load validation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2B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Code-change validation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2B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DD6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Trigger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Scheduled, nightly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dbt PR / deploy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02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Premise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Logic unchanged, any divergence is a data problem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Logic changed, does this diff explain it?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02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Row counts, sums, sampled comparison vs. threshold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Reconciliation plus a LangGraph agent that classifies it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LLM?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Never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Only here, forced structured output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22604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Observability Agent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FAF9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safety net doesn't trust confidence alone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3063875"/>
            <a:ext cx="706374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 1, confidence gating.</a:t>
            </a:r>
            <a:r>
              <a:rPr lang="en-US" sz="14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 "expected" call is only trusted above the environment's confidence threshold. Below it: downgrade to needs_review.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3749675"/>
            <a:ext cx="706374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 2, PR-honesty override.</a:t>
            </a:r>
            <a:r>
              <a:rPr lang="en-US" sz="1400" dirty="0">
                <a:solidFill>
                  <a:srgbClr val="C9D1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PR that claims "no impact" while the diff says otherwise is forced to needs_review, regardless of confidence.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77200" y="2489994"/>
            <a:ext cx="3302000" cy="2366963"/>
          </a:xfrm>
          <a:prstGeom prst="roundRect">
            <a:avLst>
              <a:gd name="adj" fmla="val 6439"/>
            </a:avLst>
          </a:prstGeom>
          <a:solidFill>
            <a:srgbClr val="1D2740"/>
          </a:solidFill>
          <a:ln/>
        </p:spPr>
      </p:sp>
      <p:sp>
        <p:nvSpPr>
          <p:cNvPr id="6" name="Text 4"/>
          <p:cNvSpPr/>
          <p:nvPr/>
        </p:nvSpPr>
        <p:spPr>
          <a:xfrm>
            <a:off x="8867080" y="2794794"/>
            <a:ext cx="177380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C97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8/10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341614" y="3556794"/>
            <a:ext cx="2773172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AF9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scored 0.72 to 0.75 confidence, "expected", while the model's own reasoning called the PR's claim factually wrong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22604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C85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Observability Agent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0603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AF9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3028950"/>
            <a:ext cx="5181600" cy="1623020"/>
          </a:xfrm>
          <a:prstGeom prst="roundRect">
            <a:avLst>
              <a:gd name="adj" fmla="val 6260"/>
            </a:avLst>
          </a:prstGeom>
          <a:solidFill>
            <a:srgbClr val="1D274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28295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E6F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6800" y="3597870"/>
            <a:ext cx="48138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AF9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demo — a real PR, classified and routed in front of you.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3028950"/>
            <a:ext cx="5181600" cy="1623020"/>
          </a:xfrm>
          <a:prstGeom prst="roundRect">
            <a:avLst>
              <a:gd name="adj" fmla="val 6260"/>
            </a:avLst>
          </a:prstGeom>
          <a:solidFill>
            <a:srgbClr val="1D2740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328295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C97A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KNOWN LIMITATION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51600" y="3597870"/>
            <a:ext cx="48138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AF9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checker's "what's expected" rule list is hand-maintained today. Next: derive it automatically from the dbt models themselves.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Observability Agent — Pitch</dc:title>
  <dc:subject>PptxGenJS Presentation</dc:subject>
  <dc:creator>PptxGenJS</dc:creator>
  <cp:lastModifiedBy>PptxGenJS</cp:lastModifiedBy>
  <cp:revision>1</cp:revision>
  <dcterms:created xsi:type="dcterms:W3CDTF">2026-09-27T11:01:20Z</dcterms:created>
  <dcterms:modified xsi:type="dcterms:W3CDTF">2026-09-27T11:01:20Z</dcterms:modified>
</cp:coreProperties>
</file>